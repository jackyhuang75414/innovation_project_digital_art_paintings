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EFREI PARIS  ·  INNOVATION PROJECT 2025–2026  ·  #25063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1">
                <a:solidFill>
                  <a:srgbClr val="FFFFFF"/>
                </a:solidFill>
              </a:rPr>
              <a:t>ArtEx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552A"/>
                </a:solidFill>
              </a:rPr>
              <a:t>Team Roles &amp; Responsibilities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383280"/>
            <a:ext cx="4572000" cy="254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Six members · Full-stack platform · AI-powered art trading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035040"/>
            <a:ext cx="1463040" cy="457200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533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Vue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6035040"/>
            <a:ext cx="1463040" cy="457200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60533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FastAPI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6035040"/>
            <a:ext cx="1463040" cy="457200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60533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VMM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6035040"/>
            <a:ext cx="1463040" cy="457200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60533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DeepSeek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6035040"/>
            <a:ext cx="1463040" cy="457200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60533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Perpetual Futures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TEAM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Six Members, One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286000" cy="254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566160" cy="210312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566160" cy="54864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673352"/>
            <a:ext cx="475488" cy="475488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9164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090B"/>
                </a:solidFill>
              </a:rPr>
              <a:t>YH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655064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Yuhao Huang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1031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552A"/>
                </a:solidFill>
              </a:rPr>
              <a:t>Team Lead · Design &amp; Frontend ·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468880"/>
            <a:ext cx="32369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Team lead responsible for overall architecture, UI/UX design, frontend development, and project management.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3264408"/>
            <a:ext cx="1005840" cy="219456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282696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</a:rPr>
              <a:t>Vue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91056" y="3264408"/>
            <a:ext cx="1005840" cy="219456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3282696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</a:rPr>
              <a:t>Tailwind CSS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3264408"/>
            <a:ext cx="1005840" cy="219456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88336" y="3282696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</a:rPr>
              <a:t>VMM / GBM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87952" y="1508760"/>
            <a:ext cx="3566160" cy="210312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87952" y="1508760"/>
            <a:ext cx="356616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52544" y="1673352"/>
            <a:ext cx="475488" cy="4754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2544" y="169164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090B"/>
                </a:solidFill>
              </a:rPr>
              <a:t>YR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1655064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Yinghui Ren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1031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Backend Developer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2544" y="2468880"/>
            <a:ext cx="32369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Backend REST API development, database design, ORM configuration, and server-side business logic.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52544" y="3264408"/>
            <a:ext cx="1005840" cy="219456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282696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</a:rPr>
              <a:t>FastAPI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13248" y="3264408"/>
            <a:ext cx="1005840" cy="219456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9824" y="3282696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</a:rPr>
              <a:t>PostgreSQL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73952" y="3264408"/>
            <a:ext cx="1005840" cy="219456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3282696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</a:rPr>
              <a:t>SQLAlchemy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10144" y="1508760"/>
            <a:ext cx="3566160" cy="210312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10144" y="1508760"/>
            <a:ext cx="35661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74736" y="1673352"/>
            <a:ext cx="475488" cy="4754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74736" y="1691640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090B"/>
                </a:solidFill>
              </a:rPr>
              <a:t>LM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9952" y="1655064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Lena Makri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59952" y="21031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BDF8"/>
                </a:solidFill>
              </a:rPr>
              <a:t>Backend Developer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4736" y="2468880"/>
            <a:ext cx="32369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Backend development alongside Yinghui: API endpoints, data models, authentication, and caching layer.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74736" y="3264408"/>
            <a:ext cx="1005840" cy="219456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11312" y="3282696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</a:rPr>
              <a:t>FastAPI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40" y="3264408"/>
            <a:ext cx="1005840" cy="219456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72016" y="3282696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</a:rPr>
              <a:t>Python 3.11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96144" y="3264408"/>
            <a:ext cx="1005840" cy="219456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32720" y="3282696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</a:rPr>
              <a:t>PostgreSQL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867912"/>
            <a:ext cx="3566160" cy="210312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" y="3867912"/>
            <a:ext cx="356616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30352" y="4032504"/>
            <a:ext cx="475488" cy="4754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4050792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090B"/>
                </a:solidFill>
              </a:rPr>
              <a:t>BJ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" y="4014216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Berena-Jackie
Douanla-Tchoutang-Malio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" y="44622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78BFA"/>
                </a:solidFill>
              </a:rPr>
              <a:t>Market Research &amp; Feasibility Analysis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" y="4828032"/>
            <a:ext cx="32369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Market landscape analysis, competitive benchmarking, feasibility studies, and business model validation.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5623560"/>
            <a:ext cx="1005840" cy="219456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5641848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</a:rPr>
              <a:t>Market Research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91056" y="5623560"/>
            <a:ext cx="1005840" cy="219456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27632" y="5641848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</a:rPr>
              <a:t>SWOT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51760" y="5623560"/>
            <a:ext cx="1005840" cy="219456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88336" y="5641848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</a:rPr>
              <a:t>Competitor Analysis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87952" y="3867912"/>
            <a:ext cx="3566160" cy="210312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187952" y="3867912"/>
            <a:ext cx="356616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52544" y="4032504"/>
            <a:ext cx="475488" cy="4754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52544" y="4050792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090B"/>
                </a:solidFill>
              </a:rPr>
              <a:t>NK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37760" y="4014216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Nelson-Harold
Kamteu-Kamdem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37760" y="44622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BF24"/>
                </a:solidFill>
              </a:rPr>
              <a:t>UML Design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52544" y="4828032"/>
            <a:ext cx="32369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System modelling via UML: use case, class, sequence, and deployment diagrams for the full platform.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52544" y="5623560"/>
            <a:ext cx="1005840" cy="219456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89120" y="5641848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</a:rPr>
              <a:t>UML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13248" y="5623560"/>
            <a:ext cx="1005840" cy="219456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49824" y="5641848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</a:rPr>
              <a:t>Use Case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73952" y="5623560"/>
            <a:ext cx="1005840" cy="219456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10528" y="5641848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</a:rPr>
              <a:t>Class Diagram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10144" y="3867912"/>
            <a:ext cx="3566160" cy="210312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010144" y="3867912"/>
            <a:ext cx="356616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174736" y="4032504"/>
            <a:ext cx="475488" cy="47548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74736" y="4050792"/>
            <a:ext cx="475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090B"/>
                </a:solidFill>
              </a:rPr>
              <a:t>DM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59952" y="4014216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Dona-Prince-Ozias-Junior
Mevi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59952" y="44622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72B6"/>
                </a:solidFill>
              </a:rPr>
              <a:t>AI Skill Writing &amp; Training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74736" y="4828032"/>
            <a:ext cx="32369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Authoring and training AI skills: recommendation workflow, customer service chatbot, and account monitor prompts.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174736" y="5623560"/>
            <a:ext cx="1005840" cy="219456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11312" y="5641848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</a:rPr>
              <a:t>Dify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235440" y="5623560"/>
            <a:ext cx="1005840" cy="219456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272016" y="5641848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</a:rPr>
              <a:t>Prompt Engineering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296144" y="5623560"/>
            <a:ext cx="1005840" cy="219456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332720" y="5641848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</a:rPr>
              <a:t>AI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73152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65760"/>
            <a:ext cx="1005840" cy="100584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84048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9090B"/>
                </a:solidFill>
              </a:rPr>
              <a:t>YH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4389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01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554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Yuhao Huang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331720"/>
            <a:ext cx="3017520" cy="347472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3591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552A"/>
                </a:solidFill>
              </a:rPr>
              <a:t>Team Lead · Design &amp; Frontend ·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834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Active phases: All phases (lead)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291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TOOLS &amp;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584448"/>
            <a:ext cx="3017520" cy="254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36576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Vue 3 · Vite · Pinia · Tailwind CSS · JavaScript · Figma · Git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5120640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5148072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Vue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5120640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37944" y="5148072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Tailwind CSS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413248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" y="5440680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VMM / GBM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5413248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37944" y="5440680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Project Mgmt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5705856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" y="5733288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System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2743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KEY RESPONSIBILITIES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943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Contributions to ArtEx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1188720"/>
            <a:ext cx="3657600" cy="254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39" y="1481328"/>
            <a:ext cx="36576" cy="27432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1371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Team Lead: defined project direction, sprint goals, and technical roadmap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2185416"/>
            <a:ext cx="36576" cy="27432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6200" y="207568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Designed complete UI/UX: dark luxury aesthetic, component library, design system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2889504"/>
            <a:ext cx="36576" cy="27432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2779776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Built full Vue 3 + Pinia frontend: routing, all views, stores, and animations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3593592"/>
            <a:ext cx="36576" cy="27432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200" y="3483864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Implemented VMM (Virtual Market Maker) using Geometric Brownian Motion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39" y="4297680"/>
            <a:ext cx="36576" cy="27432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86200" y="4187952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Built perpetual futures engine: leverage, liquidation, TP/SL, funding rates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39" y="5001768"/>
            <a:ext cx="36576" cy="27432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86200" y="48920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Integrated DeepSeek AI via secure server-side Vite proxy pattern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39" y="5705856"/>
            <a:ext cx="36576" cy="27432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86200" y="559612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Managed Git branching strategy, code reviews, and overall project coordination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65760"/>
            <a:ext cx="100584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84048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9090B"/>
                </a:solidFill>
              </a:rPr>
              <a:t>YR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4389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02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554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Yinghui Ren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331720"/>
            <a:ext cx="3017520" cy="347472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3591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Backend 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834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Active phases: Phase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291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TOOLS &amp;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584448"/>
            <a:ext cx="301752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36576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Python 3.11 · FastAPI · SQLAlchemy · Alembic · PostgreSQL · Git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5120640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5148072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FastAPI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5120640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37944" y="5148072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PostgreSQL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413248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" y="5440680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SQLAlchemy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5413248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37944" y="5440680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Alembic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5705856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" y="5733288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REST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2743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KEY RESPONSIBILITIES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943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Contributions to ArtEx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1188720"/>
            <a:ext cx="3657600" cy="25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39" y="1481328"/>
            <a:ext cx="36576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1371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Developed FastAPI REST API backend alongside Lena Makri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2185416"/>
            <a:ext cx="36576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6200" y="207568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Designed and implemented PostgreSQL database schema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2889504"/>
            <a:ext cx="36576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2779776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Configured SQLAlchemy async ORM and Alembic migration pipeline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3593592"/>
            <a:ext cx="36576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200" y="3483864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Implemented artwork list &amp; detail endpoints with filter/pagination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39" y="4297680"/>
            <a:ext cx="36576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86200" y="4187952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Set up backend project structure and database configuration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39" y="5001768"/>
            <a:ext cx="36576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86200" y="48920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Contributed to docs/database-schema.sql (415 lines)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39" y="5705856"/>
            <a:ext cx="36576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86200" y="559612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Implemented user authentication and session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65760"/>
            <a:ext cx="1005840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84048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9090B"/>
                </a:solidFill>
              </a:rPr>
              <a:t>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4389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03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554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Lena Makri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331720"/>
            <a:ext cx="3017520" cy="347472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3591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Backend 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834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Active phases: Phase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291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TOOLS &amp;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584448"/>
            <a:ext cx="301752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36576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Python 3.11 · FastAPI · Redis · Pydantic · pytest · Git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5120640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5148072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FastAPI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5120640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37944" y="5148072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Python 3.11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413248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" y="5440680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PostgreSQL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5413248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37944" y="5440680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Redis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5705856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" y="5733288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API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2743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KEY RESPONSIBILITIES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943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Contributions to ArtEx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1188720"/>
            <a:ext cx="3657600" cy="25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39" y="1481328"/>
            <a:ext cx="36576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1371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Developed backend API endpoints alongside Yinghui Ren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2185416"/>
            <a:ext cx="36576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6200" y="207568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Implemented Redis caching layer for live price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2889504"/>
            <a:ext cx="36576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2779776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Built order management and trade history endpoints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3593592"/>
            <a:ext cx="36576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200" y="3483864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Designed Pydantic request/response schemas for all API routes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39" y="4297680"/>
            <a:ext cx="36576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86200" y="4187952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Wrote backend unit and integration tests (pytest)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39" y="5001768"/>
            <a:ext cx="36576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86200" y="48920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Configured CORS, middleware, and error handling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39" y="5705856"/>
            <a:ext cx="36576" cy="274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86200" y="559612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Documented API endpoints and data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65760"/>
            <a:ext cx="1005840" cy="10058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84048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9090B"/>
                </a:solidFill>
              </a:rPr>
              <a:t>BJ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4389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04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554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Berena-Jackie Douanla-Tchoutang-Malio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331720"/>
            <a:ext cx="3017520" cy="347472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3591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Market Research &amp; Feasibility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834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Active phases: Phase 1, 5,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291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TOOLS &amp;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584448"/>
            <a:ext cx="3017520" cy="25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36576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PowerPoint · Artprice · OpenSea Analytics · Market research databases · Excel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5120640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5148072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Market Research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5120640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37944" y="5148072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SWOT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413248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" y="5440680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Competitor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5413248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37944" y="5440680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Feasibility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5705856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" y="5733288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Business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2743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KEY RESPONSIBILITIES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943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Contributions to ArtEx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1188720"/>
            <a:ext cx="3657600" cy="25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39" y="1481328"/>
            <a:ext cx="36576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1371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Conducted in-depth competitor analysis (SuperRare, OpenSea, Masterworks, Blur)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2185416"/>
            <a:ext cx="36576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6200" y="207568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Performed market sizing and TAM/SAM/SOM analysis for digital art trading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2889504"/>
            <a:ext cx="36576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2779776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Authored Design_Strategy_Competitor_Analysis.pptx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3593592"/>
            <a:ext cx="36576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200" y="3483864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Produced SWOT and PASTEL analyses for regulatory and market positioning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39" y="4297680"/>
            <a:ext cx="36576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86200" y="4187952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Assessed technical feasibility and risk profile of the VMM approach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39" y="5001768"/>
            <a:ext cx="36576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86200" y="48920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Evaluated business model viability: transaction fees, AI management, subscriptions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39" y="5705856"/>
            <a:ext cx="36576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86200" y="559612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Contributed market research sections to the project report (RAP)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65760"/>
            <a:ext cx="1005840" cy="10058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84048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9090B"/>
                </a:solidFill>
              </a:rPr>
              <a:t>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4389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05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554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Nelson-Harold Kamteu-Kamdem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331720"/>
            <a:ext cx="3017520" cy="347472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3591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UML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834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Active phases: Phase 2, 4,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291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TOOLS &amp;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584448"/>
            <a:ext cx="3017520" cy="25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36576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draw.io · StarUML · UML 2.5 notation · PlantUML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5120640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5148072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UML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5120640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37944" y="5148072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Use Case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413248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" y="5440680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Class Diagram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5413248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37944" y="5440680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Sequence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5705856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" y="5733288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Architecture Diagrams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2743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KEY RESPONSIBILITIES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943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Contributions to ArtEx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1188720"/>
            <a:ext cx="3657600" cy="25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39" y="1481328"/>
            <a:ext cx="36576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1371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Produced full UML model suite for the ArtEx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2185416"/>
            <a:ext cx="36576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6200" y="207568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Authored Use Case diagrams covering all user interactions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2889504"/>
            <a:ext cx="36576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2779776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Created Class diagrams for frontend stores and backend data models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3593592"/>
            <a:ext cx="36576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200" y="3483864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Designed Sequence diagrams for trading flows (buy, perp open, TP/SL trigger)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39" y="4297680"/>
            <a:ext cx="36576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86200" y="4187952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Produced Deployment diagram showing frontend / backend / DB / AI services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39" y="5001768"/>
            <a:ext cx="36576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86200" y="48920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Ensured UML consistency with actual implemented architecture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39" y="5705856"/>
            <a:ext cx="36576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86200" y="559612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Contributed technical diagrams to the project report (RAP)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7315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65760"/>
            <a:ext cx="1005840" cy="10058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84048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9090B"/>
                </a:solidFill>
              </a:rPr>
              <a:t>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4389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06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554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Dona-Prince-Ozias-Junior Mevi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331720"/>
            <a:ext cx="3017520" cy="347472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3591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2B6"/>
                </a:solidFill>
              </a:rPr>
              <a:t>AI Skill Writing &amp;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834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Active phases: Phase 2, 4,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291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</a:rPr>
              <a:t>TOOLS &amp;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584448"/>
            <a:ext cx="3017520" cy="254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36576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Dify · DeepSeek API · Prompt Engineering · JSON Schema · Python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5120640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5148072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Dify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5120640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37944" y="5148072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Prompt Engineering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413248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" y="5440680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AI Workflows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5413248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37944" y="5440680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LLM Training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5705856"/>
            <a:ext cx="1463040" cy="23774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" y="5733288"/>
            <a:ext cx="1353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</a:rPr>
              <a:t>DeepSeek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2743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KEY RESPONSIBILITIES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943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Contributions to ArtEx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1188720"/>
            <a:ext cx="3657600" cy="254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9039" y="1481328"/>
            <a:ext cx="36576" cy="2743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1371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Authored and structured all AI skill definitions for the Dify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2185416"/>
            <a:ext cx="36576" cy="2743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6200" y="207568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Designed the AI Art Curator recommendation workflow (preference → artwork IDs)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2889504"/>
            <a:ext cx="36576" cy="2743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2779776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Wrote and iterated customer service chatbot conversation flows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3593592"/>
            <a:ext cx="36576" cy="2743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200" y="3483864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Engineered system prompts for the AI Account Monitor trading agent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39" y="4297680"/>
            <a:ext cx="36576" cy="2743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86200" y="4187952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Conducted prompt testing and quality evaluation (88% accuracy on 25 test cases)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39" y="5001768"/>
            <a:ext cx="36576" cy="2743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86200" y="48920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Defined the AI Account Monitor JSON action command schema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39" y="5705856"/>
            <a:ext cx="36576" cy="2743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86200" y="559612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Researched LLM fine-tuning approaches for art domain specialisation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WORK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Sprint Allocation by 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254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005840" cy="51206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914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CA3AF"/>
                </a:solidFill>
              </a:rPr>
              <a:t>Sprint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371600"/>
            <a:ext cx="1463040" cy="51206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463040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CA3AF"/>
                </a:solidFill>
              </a:rPr>
              <a:t>Period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371600"/>
            <a:ext cx="1097280" cy="51206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463040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552A"/>
                </a:solidFill>
              </a:rPr>
              <a:t>YH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371600"/>
            <a:ext cx="1097280" cy="51206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40" y="1463040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</a:rPr>
              <a:t>YR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371600"/>
            <a:ext cx="1097280" cy="51206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463040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8BDF8"/>
                </a:solidFill>
              </a:rPr>
              <a:t>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1097280" cy="51206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463040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</a:rPr>
              <a:t>BJ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1371600"/>
            <a:ext cx="1097280" cy="51206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1463040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</a:rPr>
              <a:t>NK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371600"/>
            <a:ext cx="1097280" cy="512064"/>
          </a:xfrm>
          <a:prstGeom prst="rect">
            <a:avLst/>
          </a:prstGeom>
          <a:solidFill>
            <a:srgbClr val="373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463040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472B6"/>
                </a:solidFill>
              </a:rPr>
              <a:t>DM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1883664"/>
            <a:ext cx="100584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1975104"/>
            <a:ext cx="914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1883664"/>
            <a:ext cx="146304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1975104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Oct–Nov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1883664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1975104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552A"/>
                </a:solidFill>
              </a:rPr>
              <a:t>●●●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1883664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7640" y="1975104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1883664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1975104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1883664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1975104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●●●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1883664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1975104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●●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1883664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1975104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395728"/>
            <a:ext cx="100584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2487168"/>
            <a:ext cx="914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2395728"/>
            <a:ext cx="146304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17320" y="248716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Nov–Dec 2025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2395728"/>
            <a:ext cx="109728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80360" y="2487168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552A"/>
                </a:solidFill>
              </a:rPr>
              <a:t>●●●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31920" y="2395728"/>
            <a:ext cx="109728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77640" y="2487168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0" y="2395728"/>
            <a:ext cx="109728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2487168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2395728"/>
            <a:ext cx="109728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2487168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●●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23760" y="2395728"/>
            <a:ext cx="109728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69480" y="2487168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</a:rPr>
              <a:t>●●●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21040" y="2395728"/>
            <a:ext cx="109728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66760" y="2487168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72B6"/>
                </a:solidFill>
              </a:rPr>
              <a:t>●●●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2907792"/>
            <a:ext cx="100584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2999232"/>
            <a:ext cx="914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0" y="2907792"/>
            <a:ext cx="146304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17320" y="2999232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Jan 2026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34640" y="2907792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80360" y="2999232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552A"/>
                </a:solidFill>
              </a:rPr>
              <a:t>●●●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31920" y="2907792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77640" y="2999232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</a:rPr>
              <a:t>●●●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0" y="2907792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74920" y="2999232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●●●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26480" y="2907792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72200" y="2999232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●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23760" y="2907792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69480" y="2999232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●●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21040" y="2907792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66760" y="2999232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●●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3419856"/>
            <a:ext cx="100584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1480" y="3511296"/>
            <a:ext cx="914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371600" y="3419856"/>
            <a:ext cx="146304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417320" y="3511296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Feb 2026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834640" y="3419856"/>
            <a:ext cx="109728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880360" y="3511296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552A"/>
                </a:solidFill>
              </a:rPr>
              <a:t>●●●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31920" y="3419856"/>
            <a:ext cx="109728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977640" y="3511296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</a:rPr>
              <a:t>●●●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0" y="3419856"/>
            <a:ext cx="109728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74920" y="3511296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●●●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26480" y="3419856"/>
            <a:ext cx="109728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72200" y="3511296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●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23760" y="3419856"/>
            <a:ext cx="109728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69480" y="3511296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●●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21040" y="3419856"/>
            <a:ext cx="109728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66760" y="3511296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72B6"/>
                </a:solidFill>
              </a:rPr>
              <a:t>●●●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3931920"/>
            <a:ext cx="100584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1480" y="4023360"/>
            <a:ext cx="914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371600" y="3931920"/>
            <a:ext cx="146304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417320" y="4023360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Mar 2026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834640" y="3931920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880360" y="4023360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552A"/>
                </a:solidFill>
              </a:rPr>
              <a:t>●●●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931920" y="3931920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977640" y="4023360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●●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29200" y="3931920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74920" y="4023360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●●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26480" y="3931920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72200" y="4023360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●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23760" y="3931920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269480" y="4023360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</a:rPr>
              <a:t>●●●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321040" y="3931920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66760" y="4023360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72B6"/>
                </a:solidFill>
              </a:rPr>
              <a:t>●●●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65760" y="4443984"/>
            <a:ext cx="100584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11480" y="4535424"/>
            <a:ext cx="914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371600" y="4443984"/>
            <a:ext cx="146304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417320" y="4535424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Apr 2026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834640" y="4443984"/>
            <a:ext cx="109728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880360" y="4535424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552A"/>
                </a:solidFill>
              </a:rPr>
              <a:t>●●●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931920" y="4443984"/>
            <a:ext cx="109728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977640" y="4535424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●●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029200" y="4443984"/>
            <a:ext cx="109728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074920" y="4535424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●●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26480" y="4443984"/>
            <a:ext cx="109728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72200" y="4535424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●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223760" y="4443984"/>
            <a:ext cx="109728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269480" y="4535424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</a:rPr>
              <a:t>●●●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321040" y="4443984"/>
            <a:ext cx="1097280" cy="512064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366760" y="4535424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72B6"/>
                </a:solidFill>
              </a:rPr>
              <a:t>●●●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956048"/>
            <a:ext cx="100584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11480" y="5047488"/>
            <a:ext cx="914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S7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371600" y="4956048"/>
            <a:ext cx="146304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417320" y="5047488"/>
            <a:ext cx="13716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May–Jun 2026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834640" y="4956048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880360" y="5047488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552A"/>
                </a:solidFill>
              </a:rPr>
              <a:t>●●●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931920" y="4956048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977640" y="5047488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●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029200" y="4956048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074920" y="5047488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●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126480" y="4956048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172200" y="5047488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●●●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223760" y="4956048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269480" y="5047488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●●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321040" y="4956048"/>
            <a:ext cx="1097280" cy="512064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366760" y="5047488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</a:rPr>
              <a:t>●●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6576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●●●  Lead    ●●  Significant    ●  Supporting    ○  Minimal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We Work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2540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566160" cy="164592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45720" cy="1645920"/>
          </a:xfrm>
          <a:prstGeom prst="rect">
            <a:avLst/>
          </a:prstGeom>
          <a:solidFill>
            <a:srgbClr val="E85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Version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552A"/>
                </a:solidFill>
              </a:rPr>
              <a:t>Git · 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Two long-lived branches (frontend / backend). Feature branches merged via PR. Commit history documents all changes.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463040"/>
            <a:ext cx="3566160" cy="164592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463040"/>
            <a:ext cx="45720" cy="1645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965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Discord · WhatsApp · Weekly 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86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Daily async updates on Discord. Weekly 1-hour sync meeting to review sprint progress and unblock issues.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1463040"/>
            <a:ext cx="3566160" cy="164592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1463040"/>
            <a:ext cx="45720" cy="1645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Task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965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</a:rPr>
              <a:t>Agile Sprints · Trello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2860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7 two-week sprints with defined goals. Tasks tracked on shared Trello board with To-Do / In Progress / Done columns.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37560"/>
            <a:ext cx="3566160" cy="164592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337560"/>
            <a:ext cx="45720" cy="1645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74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Code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8BFA"/>
                </a:solidFill>
              </a:rPr>
              <a:t>GitHub Pull Requests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605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All feature work reviewed by at least one other member before merge. Critical changes (API keys, trading logic) require two approvals.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3337560"/>
            <a:ext cx="3566160" cy="164592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60520" y="3337560"/>
            <a:ext cx="45720" cy="1645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3474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Documentation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BBF24"/>
                </a:solidFill>
              </a:rPr>
              <a:t>CLAUDE.md · Inline Comments · This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1605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Architecture decisions documented in CLAUDE.md. API reference maintained in Appendix B of the project report.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3337560"/>
            <a:ext cx="3566160" cy="1645920"/>
          </a:xfrm>
          <a:prstGeom prst="rect">
            <a:avLst/>
          </a:prstGeom>
          <a:solidFill>
            <a:srgbClr val="11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80" y="3337560"/>
            <a:ext cx="45720" cy="16459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3474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Development Environment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72B6"/>
                </a:solidFill>
              </a:rPr>
              <a:t>VS Code · Node 20 · Python 3.11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1605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Unified dev setup documented in README. Vite dev server on :5173, FastAPI on :8000, PostgreSQL via Docker.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73745"/>
                </a:solidFill>
              </a:rPr>
              <a:t>ArtEx · FP2ENG-25063 · EFREI Paris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